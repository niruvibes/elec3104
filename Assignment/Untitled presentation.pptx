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56c864fa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56c864fa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56c864fa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56c864fa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56c864fa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56c864fa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56c864fa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56c864fa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56c864fa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56c864fa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56c864fa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56c864fa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Elec3104 :(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Neil Tharol z5592479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274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744675"/>
            <a:ext cx="9144000" cy="239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"/>
            <a:ext cx="9144001" cy="2641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571750"/>
            <a:ext cx="9144000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2633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633950"/>
            <a:ext cx="4572000" cy="256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2633950"/>
            <a:ext cx="4572000" cy="256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407675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 rotWithShape="1">
          <a:blip r:embed="rId4">
            <a:alphaModFix/>
          </a:blip>
          <a:srcRect b="0" l="0" r="0" t="3901"/>
          <a:stretch/>
        </p:blipFill>
        <p:spPr>
          <a:xfrm>
            <a:off x="4407675" y="0"/>
            <a:ext cx="4736325" cy="225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07675" y="2256050"/>
            <a:ext cx="2332600" cy="134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86235" y="2256050"/>
            <a:ext cx="2457766" cy="134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07675" y="3601125"/>
            <a:ext cx="4736324" cy="1542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9550"/>
            <a:ext cx="9143999" cy="46349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415025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5025" y="0"/>
            <a:ext cx="472897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